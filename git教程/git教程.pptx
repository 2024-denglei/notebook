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56" r:id="rId5"/>
    <p:sldId id="257" r:id="rId6"/>
    <p:sldId id="258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26770" y="642620"/>
            <a:ext cx="705485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linux</a:t>
            </a:r>
            <a:r>
              <a:rPr lang="zh-CN" altLang="en-US"/>
              <a:t>安装：</a:t>
            </a:r>
            <a:r>
              <a:rPr lang="en-US" altLang="zh-CN"/>
              <a:t>sudo apt install git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macOS</a:t>
            </a:r>
            <a:r>
              <a:rPr lang="zh-CN" altLang="en-US"/>
              <a:t>安装：</a:t>
            </a:r>
            <a:r>
              <a:rPr lang="en-US" altLang="zh-CN"/>
              <a:t>brew install git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windows</a:t>
            </a:r>
            <a:r>
              <a:rPr lang="zh-CN" altLang="en-US"/>
              <a:t>安装：</a:t>
            </a:r>
            <a:r>
              <a:rPr lang="en-US" altLang="zh-CN"/>
              <a:t>scoop install git</a:t>
            </a:r>
            <a:r>
              <a:rPr lang="zh-CN" altLang="en-US"/>
              <a:t>（需要先下载包管理器</a:t>
            </a:r>
            <a:r>
              <a:rPr lang="en-US" altLang="zh-CN"/>
              <a:t>scoop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配置：</a:t>
            </a:r>
            <a:endParaRPr lang="zh-CN" altLang="en-US"/>
          </a:p>
          <a:p>
            <a:r>
              <a:rPr lang="en-US" altLang="zh-CN"/>
              <a:t>$ git config --global user.name "Your Name"</a:t>
            </a:r>
            <a:endParaRPr lang="en-US" altLang="zh-CN"/>
          </a:p>
          <a:p>
            <a:r>
              <a:rPr lang="en-US" altLang="zh-CN"/>
              <a:t>$ git config --global user.email "email@example.com"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6445" y="675640"/>
            <a:ext cx="71221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创建</a:t>
            </a:r>
            <a:r>
              <a:rPr lang="zh-CN" altLang="en-US"/>
              <a:t>版本库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创建</a:t>
            </a:r>
            <a:r>
              <a:rPr lang="zh-CN" altLang="en-US"/>
              <a:t>目录：</a:t>
            </a:r>
            <a:endParaRPr lang="zh-CN" altLang="en-US"/>
          </a:p>
          <a:p>
            <a:r>
              <a:rPr lang="en-US" altLang="zh-CN"/>
              <a:t>$ mkdir learngit</a:t>
            </a:r>
            <a:endParaRPr lang="en-US" altLang="zh-CN"/>
          </a:p>
          <a:p>
            <a:r>
              <a:rPr lang="en-US" altLang="zh-CN"/>
              <a:t>$ cd learngit</a:t>
            </a:r>
            <a:endParaRPr lang="en-US" altLang="zh-CN"/>
          </a:p>
          <a:p>
            <a:r>
              <a:rPr lang="en-US" altLang="zh-CN"/>
              <a:t>$ pwd</a:t>
            </a:r>
            <a:endParaRPr lang="en-US" altLang="zh-CN"/>
          </a:p>
          <a:p>
            <a:r>
              <a:rPr lang="en-US" altLang="zh-CN"/>
              <a:t>/Users/michael/learngit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初始化本地</a:t>
            </a:r>
            <a:r>
              <a:rPr lang="zh-CN" altLang="en-US"/>
              <a:t>仓库：</a:t>
            </a:r>
            <a:endParaRPr lang="zh-CN" altLang="en-US"/>
          </a:p>
          <a:p>
            <a:r>
              <a:rPr lang="en-US" altLang="zh-CN"/>
              <a:t>git init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添加文件到本地仓库</a:t>
            </a:r>
            <a:r>
              <a:rPr lang="zh-CN" altLang="en-US"/>
              <a:t>缓存：</a:t>
            </a:r>
            <a:endParaRPr lang="zh-CN" altLang="en-US"/>
          </a:p>
          <a:p>
            <a:r>
              <a:rPr lang="en-US" altLang="zh-CN"/>
              <a:t>git </a:t>
            </a:r>
            <a:r>
              <a:rPr lang="en-US" altLang="zh-CN"/>
              <a:t>add &lt;file&gt;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提交文件到本地</a:t>
            </a:r>
            <a:r>
              <a:rPr lang="zh-CN" altLang="en-US"/>
              <a:t>仓库：</a:t>
            </a:r>
            <a:endParaRPr lang="zh-CN" altLang="en-US"/>
          </a:p>
          <a:p>
            <a:r>
              <a:rPr lang="en-US" altLang="zh-CN"/>
              <a:t>git commit -m “upload the readme.txt”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7115" y="756920"/>
            <a:ext cx="788670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如何将本地仓库推送到</a:t>
            </a:r>
            <a:r>
              <a:rPr lang="en-US" altLang="zh-CN"/>
              <a:t>github</a:t>
            </a:r>
            <a:r>
              <a:rPr lang="zh-CN" altLang="en-US"/>
              <a:t>上面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先在</a:t>
            </a:r>
            <a:r>
              <a:rPr lang="en-US" altLang="zh-CN"/>
              <a:t>github</a:t>
            </a:r>
            <a:r>
              <a:rPr lang="zh-CN" altLang="en-US"/>
              <a:t>上面</a:t>
            </a:r>
            <a:r>
              <a:rPr lang="en-US" altLang="zh-CN"/>
              <a:t>“Create a new repo”</a:t>
            </a:r>
            <a:r>
              <a:rPr lang="zh-CN" altLang="en-US"/>
              <a:t>创建新仓库</a:t>
            </a:r>
            <a:r>
              <a:rPr lang="en-US" altLang="zh-CN"/>
              <a:t>“test”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在本地仓库下运行命令：</a:t>
            </a:r>
            <a:endParaRPr lang="zh-CN" altLang="en-US"/>
          </a:p>
          <a:p>
            <a:r>
              <a:rPr lang="en-US" altLang="zh-CN"/>
              <a:t>$ git remote add origin git@github.com:2024-denglei/</a:t>
            </a:r>
            <a:r>
              <a:rPr lang="en-US" altLang="zh-CN"/>
              <a:t>test.git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把本地仓库推送到远程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endParaRPr lang="zh-CN" altLang="en-US"/>
          </a:p>
          <a:p>
            <a:r>
              <a:rPr lang="en-US" altLang="zh-CN"/>
              <a:t>$ git push -u origin master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如果添加地址写错了，或者想删除以及上传到</a:t>
            </a:r>
            <a:r>
              <a:rPr lang="en-US" altLang="zh-CN"/>
              <a:t>github</a:t>
            </a:r>
            <a:r>
              <a:rPr lang="zh-CN" altLang="en-US"/>
              <a:t>上面的远程库</a:t>
            </a:r>
            <a:r>
              <a:rPr lang="en-US" altLang="zh-CN"/>
              <a:t>test-new</a:t>
            </a:r>
            <a:endParaRPr lang="zh-CN" altLang="en-US"/>
          </a:p>
          <a:p>
            <a:pPr indent="457200"/>
            <a:r>
              <a:rPr lang="en-US" altLang="zh-CN"/>
              <a:t>4.1 </a:t>
            </a:r>
            <a:r>
              <a:rPr lang="zh-CN" altLang="en-US"/>
              <a:t>查看远程库信息：</a:t>
            </a:r>
            <a:endParaRPr lang="zh-CN" altLang="en-US"/>
          </a:p>
          <a:p>
            <a:pPr indent="457200"/>
            <a:r>
              <a:rPr lang="en-US" altLang="zh-CN"/>
              <a:t>$ git remote -v</a:t>
            </a:r>
            <a:endParaRPr lang="en-US" altLang="zh-CN"/>
          </a:p>
          <a:p>
            <a:pPr indent="457200"/>
            <a:r>
              <a:rPr lang="en-US" altLang="zh-CN"/>
              <a:t>4.2 </a:t>
            </a:r>
            <a:r>
              <a:rPr lang="zh-CN" altLang="en-US"/>
              <a:t>删除远程库</a:t>
            </a:r>
            <a:endParaRPr lang="zh-CN" altLang="en-US"/>
          </a:p>
          <a:p>
            <a:pPr indent="457200"/>
            <a:r>
              <a:rPr lang="en-US" altLang="zh-CN"/>
              <a:t>$ git remote rm origin</a:t>
            </a:r>
            <a:endParaRPr lang="en-US" altLang="zh-CN"/>
          </a:p>
          <a:p>
            <a:pPr indent="457200"/>
            <a:endParaRPr lang="en-US" altLang="zh-CN"/>
          </a:p>
          <a:p>
            <a:r>
              <a:rPr lang="en-US" altLang="zh-CN"/>
              <a:t>5.</a:t>
            </a:r>
            <a:r>
              <a:rPr lang="zh-CN" altLang="en-US"/>
              <a:t>重新在本地仓库运行命令</a:t>
            </a:r>
            <a:endParaRPr lang="zh-CN" altLang="en-US"/>
          </a:p>
          <a:p>
            <a:r>
              <a:rPr lang="en-US" altLang="zh-CN">
                <a:sym typeface="+mn-ea"/>
              </a:rPr>
              <a:t>$ git remote add origin git@github.com:2024-denglei/test-new.git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再进行上传修改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3260" y="692785"/>
            <a:ext cx="7831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 log </a:t>
            </a:r>
            <a:r>
              <a:rPr lang="zh-CN" altLang="en-US"/>
              <a:t>查看</a:t>
            </a:r>
            <a:r>
              <a:rPr lang="zh-CN" altLang="en-US"/>
              <a:t>日志</a:t>
            </a:r>
            <a:endParaRPr lang="zh-CN" altLang="en-US"/>
          </a:p>
          <a:p>
            <a:r>
              <a:rPr lang="en-US" altLang="zh-CN"/>
              <a:t>git status </a:t>
            </a:r>
            <a:r>
              <a:rPr lang="zh-CN" altLang="en-US"/>
              <a:t>查看工作状态</a:t>
            </a:r>
            <a:endParaRPr lang="en-US" altLang="zh-CN"/>
          </a:p>
          <a:p>
            <a:r>
              <a:rPr lang="en-US" altLang="zh-CN"/>
              <a:t>git reset --hard HEAD^  </a:t>
            </a:r>
            <a:r>
              <a:rPr lang="zh-CN" altLang="en-US"/>
              <a:t>把当前版本回退到上一个</a:t>
            </a:r>
            <a:r>
              <a:rPr lang="zh-CN" altLang="en-US"/>
              <a:t>版本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git reset --soft HEAD^  </a:t>
            </a:r>
            <a:r>
              <a:rPr lang="zh-CN" altLang="en-US">
                <a:sym typeface="+mn-ea"/>
              </a:rPr>
              <a:t>把当前版本</a:t>
            </a:r>
            <a:r>
              <a:rPr lang="zh-CN" altLang="en-US"/>
              <a:t>回退到上个版本的未提交状态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git reset --mixed HEAD^  </a:t>
            </a:r>
            <a:r>
              <a:rPr lang="zh-CN" altLang="en-US">
                <a:sym typeface="+mn-ea"/>
              </a:rPr>
              <a:t>把当前版本</a:t>
            </a:r>
            <a:r>
              <a:rPr lang="zh-CN" altLang="en-US"/>
              <a:t>回退到上个版本已添加但未提交的状态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git reset --hard 1094a </a:t>
            </a:r>
            <a:r>
              <a:rPr lang="zh-CN" altLang="en-US"/>
              <a:t>回退到具体</a:t>
            </a:r>
            <a:r>
              <a:rPr lang="en-US" altLang="zh-CN"/>
              <a:t>id</a:t>
            </a:r>
            <a:r>
              <a:rPr lang="zh-CN" altLang="en-US"/>
              <a:t>的</a:t>
            </a:r>
            <a:r>
              <a:rPr lang="zh-CN" altLang="en-US"/>
              <a:t>版本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git reflog  </a:t>
            </a:r>
            <a:r>
              <a:rPr lang="zh-CN" altLang="en-US"/>
              <a:t>查看每个提交版本的历史记录：查询</a:t>
            </a:r>
            <a:r>
              <a:rPr lang="en-US" altLang="zh-CN"/>
              <a:t>id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930" y="3861435"/>
            <a:ext cx="4981575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27405" y="859790"/>
            <a:ext cx="805751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丢弃工作区的</a:t>
            </a:r>
            <a:r>
              <a:rPr lang="zh-CN" altLang="en-US"/>
              <a:t>修改：自修改后还没有被放到暂存区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已经添加到暂存区后，又作了修改，撤销修改就回到添加到暂存区后的状态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git checkout -- readme.txt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当你不但改乱了工作区某个文件的内容，还添加到了暂存区时，想丢弃修改</a:t>
            </a:r>
            <a:endParaRPr lang="zh-CN" altLang="en-US"/>
          </a:p>
          <a:p>
            <a:r>
              <a:rPr lang="en-US" altLang="zh-CN"/>
              <a:t>git reset HEAD &lt;file&gt;</a:t>
            </a:r>
            <a:endParaRPr lang="en-US" altLang="zh-CN"/>
          </a:p>
          <a:p>
            <a:r>
              <a:rPr lang="en-US" altLang="zh-CN">
                <a:sym typeface="+mn-ea"/>
              </a:rPr>
              <a:t>git checkout -- readme.txt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提交了不合适的修改到版本库，回到历史</a:t>
            </a:r>
            <a:r>
              <a:rPr lang="zh-CN" altLang="en-US"/>
              <a:t>版本</a:t>
            </a:r>
            <a:endParaRPr lang="zh-CN" altLang="en-US"/>
          </a:p>
          <a:p>
            <a:r>
              <a:rPr lang="en-US" altLang="zh-CN"/>
              <a:t>git reset --hard commit_id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1165" y="941705"/>
            <a:ext cx="48647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分支</a:t>
            </a:r>
            <a:r>
              <a:rPr lang="zh-CN" altLang="en-US"/>
              <a:t>管理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创建创建并切换</a:t>
            </a:r>
            <a:r>
              <a:rPr lang="zh-CN" altLang="en-US"/>
              <a:t>分支：</a:t>
            </a:r>
            <a:endParaRPr lang="zh-CN" altLang="en-US"/>
          </a:p>
          <a:p>
            <a:r>
              <a:rPr lang="en-US" altLang="zh-CN"/>
              <a:t>git checkout -b dev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查看当前分支</a:t>
            </a:r>
            <a:endParaRPr lang="zh-CN" altLang="en-US"/>
          </a:p>
          <a:p>
            <a:r>
              <a:rPr lang="en-US" altLang="zh-CN">
                <a:sym typeface="+mn-ea"/>
              </a:rPr>
              <a:t>git branch</a:t>
            </a:r>
            <a:endParaRPr lang="en-US" altLang="zh-CN">
              <a:sym typeface="+mn-ea"/>
            </a:endParaRPr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提交修改后切换回</a:t>
            </a:r>
            <a:r>
              <a:rPr lang="en-US" altLang="zh-CN"/>
              <a:t>master</a:t>
            </a:r>
            <a:r>
              <a:rPr lang="zh-CN" altLang="en-US"/>
              <a:t>分支</a:t>
            </a:r>
            <a:endParaRPr lang="zh-CN" altLang="en-US"/>
          </a:p>
          <a:p>
            <a:r>
              <a:rPr lang="en-US" altLang="zh-CN"/>
              <a:t>git checkout master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把</a:t>
            </a:r>
            <a:r>
              <a:rPr lang="en-US" altLang="zh-CN"/>
              <a:t>dev</a:t>
            </a:r>
            <a:r>
              <a:rPr lang="zh-CN" altLang="en-US"/>
              <a:t>分支的修改合并到</a:t>
            </a:r>
            <a:r>
              <a:rPr lang="en-US" altLang="zh-CN"/>
              <a:t>master</a:t>
            </a:r>
            <a:r>
              <a:rPr lang="zh-CN" altLang="en-US"/>
              <a:t>分支</a:t>
            </a:r>
            <a:endParaRPr lang="zh-CN" altLang="en-US"/>
          </a:p>
          <a:p>
            <a:r>
              <a:rPr lang="en-US" altLang="zh-CN"/>
              <a:t>git merge dev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5.</a:t>
            </a:r>
            <a:r>
              <a:rPr lang="zh-CN" altLang="en-US"/>
              <a:t>合并完成后删除</a:t>
            </a:r>
            <a:r>
              <a:rPr lang="en-US" altLang="zh-CN"/>
              <a:t>dev</a:t>
            </a:r>
            <a:r>
              <a:rPr lang="zh-CN" altLang="en-US"/>
              <a:t>分支：</a:t>
            </a:r>
            <a:endParaRPr lang="en-US" altLang="zh-CN"/>
          </a:p>
          <a:p>
            <a:r>
              <a:rPr lang="en-US" altLang="zh-CN"/>
              <a:t>git branch -d dev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476250"/>
            <a:ext cx="7867650" cy="2419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212465"/>
            <a:ext cx="78867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476250"/>
            <a:ext cx="8105775" cy="3400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4652645"/>
            <a:ext cx="7820025" cy="1819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演示</Application>
  <PresentationFormat/>
  <Paragraphs>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001</dc:creator>
  <cp:lastModifiedBy>邓磊</cp:lastModifiedBy>
  <cp:revision>7</cp:revision>
  <dcterms:created xsi:type="dcterms:W3CDTF">2025-07-23T00:59:00Z</dcterms:created>
  <dcterms:modified xsi:type="dcterms:W3CDTF">2025-11-17T07:40:41Z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7961454A6EAE4A8598CA9095C70B06EF_12</vt:lpwstr>
  </property>
</Properties>
</file>